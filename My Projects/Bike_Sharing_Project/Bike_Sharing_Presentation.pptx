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Bike-sharing Rental Demand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Report</a:t>
            </a:r>
          </a:p>
          <a:p>
            <a:r>
              <a:t>Data Science &amp; Machine Learning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Ensure stable supply of rental bikes in urban cities.</a:t>
            </a:r>
          </a:p>
          <a:p>
            <a:r>
              <a:t>- Predict demand based on weather, season, holidays, and time.</a:t>
            </a:r>
          </a:p>
          <a:p>
            <a:r>
              <a:t>- Goal: Improve mobility comfort and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Dataset: 17,379 records with 17 features.</a:t>
            </a:r>
          </a:p>
          <a:p>
            <a:r>
              <a:t>- Data Cleaning: Handled hidden missing values ('?') in weather features.</a:t>
            </a:r>
          </a:p>
          <a:p>
            <a:r>
              <a:t>- Date Parsing: Corrected DD-MM-YYYY format alignment.</a:t>
            </a:r>
          </a:p>
          <a:p>
            <a:r>
              <a:t>- Outlier Detection: Identified variance in counts during peak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Analyzed feature correlations using Heatmaps.</a:t>
            </a:r>
          </a:p>
          <a:p>
            <a:r>
              <a:t>- Observed strong relationship between temperature (temp/atemp) and rental counts.</a:t>
            </a:r>
          </a:p>
          <a:p>
            <a:r>
              <a:t>- Time-series trends show clear seasonal and hourly patterns.</a:t>
            </a:r>
          </a:p>
        </p:txBody>
      </p:sp>
      <p:pic>
        <p:nvPicPr>
          <p:cNvPr id="4" name="Picture 3" descr="correlation_matrix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Categorical Encoding: One-Hot Encoding for 'season' and 'weather'.</a:t>
            </a:r>
          </a:p>
          <a:p>
            <a:r>
              <a:t>- Cyclic Encoding: Sin/Cos transformation for hour and month to capture periodicity.</a:t>
            </a:r>
          </a:p>
          <a:p>
            <a:r>
              <a:t>- Normalization: Min-Max Scaling for numerical features like humidity and windspeed.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Evaluated Decision Tree, Random Forest, and Gradient Boosting.</a:t>
            </a:r>
          </a:p>
          <a:p>
            <a:r>
              <a:t>- Metrics: MAE, RMSE, and R-squared.</a:t>
            </a:r>
          </a:p>
          <a:p>
            <a:r>
              <a:t>- Random Forest outperformed others with R2 of 0.94.</a:t>
            </a:r>
          </a:p>
        </p:txBody>
      </p:sp>
      <p:pic>
        <p:nvPicPr>
          <p:cNvPr id="4" name="Picture 3" descr="model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Randomized Search performed on Random Forest.</a:t>
            </a:r>
          </a:p>
          <a:p>
            <a:r>
              <a:t>- Parameters tuned: n_estimators, max_depth, min_samples_split.</a:t>
            </a:r>
          </a:p>
          <a:p>
            <a:r>
              <a:t>- Final Model achieved high precision in capturing peak hour demand.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Deployed via Streamlit Web Application.</a:t>
            </a:r>
          </a:p>
          <a:p>
            <a:r>
              <a:t>- Real-time interactive interface for demand Forecasting.</a:t>
            </a:r>
          </a:p>
          <a:p>
            <a:r>
              <a:t>- Stable and scalable solution for urban mobility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